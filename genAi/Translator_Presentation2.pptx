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8" r:id="rId3"/>
    <p:sldId id="269" r:id="rId4"/>
    <p:sldId id="276" r:id="rId5"/>
    <p:sldId id="284" r:id="rId6"/>
    <p:sldId id="273" r:id="rId7"/>
    <p:sldId id="279" r:id="rId8"/>
    <p:sldId id="274" r:id="rId9"/>
    <p:sldId id="280" r:id="rId10"/>
    <p:sldId id="281" r:id="rId11"/>
    <p:sldId id="283" r:id="rId12"/>
    <p:sldId id="275" r:id="rId13"/>
    <p:sldId id="278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27" autoAdjust="0"/>
  </p:normalViewPr>
  <p:slideViewPr>
    <p:cSldViewPr snapToGrid="0">
      <p:cViewPr varScale="1">
        <p:scale>
          <a:sx n="74" d="100"/>
          <a:sy n="74" d="100"/>
        </p:scale>
        <p:origin x="18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Shukla" userId="f43658e63db6055f" providerId="LiveId" clId="{0DBA917E-3E8E-4361-A61D-464912B73381}"/>
    <pc:docChg chg="modSld">
      <pc:chgData name="Akash Shukla" userId="f43658e63db6055f" providerId="LiveId" clId="{0DBA917E-3E8E-4361-A61D-464912B73381}" dt="2025-11-03T16:08:14.523" v="82" actId="20577"/>
      <pc:docMkLst>
        <pc:docMk/>
      </pc:docMkLst>
      <pc:sldChg chg="modSp mod">
        <pc:chgData name="Akash Shukla" userId="f43658e63db6055f" providerId="LiveId" clId="{0DBA917E-3E8E-4361-A61D-464912B73381}" dt="2025-11-03T16:08:14.523" v="82" actId="20577"/>
        <pc:sldMkLst>
          <pc:docMk/>
          <pc:sldMk cId="983572347" sldId="256"/>
        </pc:sldMkLst>
        <pc:spChg chg="mod">
          <ac:chgData name="Akash Shukla" userId="f43658e63db6055f" providerId="LiveId" clId="{0DBA917E-3E8E-4361-A61D-464912B73381}" dt="2025-11-03T16:06:37.393" v="44" actId="20577"/>
          <ac:spMkLst>
            <pc:docMk/>
            <pc:sldMk cId="983572347" sldId="256"/>
            <ac:spMk id="4" creationId="{B2CA2278-3693-E2D0-9D5D-F914C1D8A271}"/>
          </ac:spMkLst>
        </pc:spChg>
        <pc:spChg chg="mod">
          <ac:chgData name="Akash Shukla" userId="f43658e63db6055f" providerId="LiveId" clId="{0DBA917E-3E8E-4361-A61D-464912B73381}" dt="2025-11-03T16:06:22.531" v="24" actId="20577"/>
          <ac:spMkLst>
            <pc:docMk/>
            <pc:sldMk cId="983572347" sldId="256"/>
            <ac:spMk id="6" creationId="{C46BAD09-DB03-3CBF-F4A9-1140E6DD5FBE}"/>
          </ac:spMkLst>
        </pc:spChg>
        <pc:spChg chg="mod">
          <ac:chgData name="Akash Shukla" userId="f43658e63db6055f" providerId="LiveId" clId="{0DBA917E-3E8E-4361-A61D-464912B73381}" dt="2025-11-03T16:08:14.523" v="82" actId="20577"/>
          <ac:spMkLst>
            <pc:docMk/>
            <pc:sldMk cId="983572347" sldId="256"/>
            <ac:spMk id="9" creationId="{BD56DB3C-409F-9191-B4CF-A9F309B163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AA8A-0461-E3D2-B78A-78BA4BEF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A8B7-25F6-FC66-6BBD-59EEC98E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C6-70D8-57A7-4958-EB39C4D2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5A61-AC31-040F-F754-9F799CDE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090F-A0DD-F788-C924-F8F11C7F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1550-720F-1551-7ECD-38E0A18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2ED2-9EAE-3FC1-552D-936317F7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3D6D7-9C62-0BA4-ECCE-C7F1B49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0DA-BD3E-2922-843E-052FCBAF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839-9AC9-7FFA-6B9C-90E48BA1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4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AA9B-5C3B-B473-97BC-C563A1B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81002-C0AB-597C-017F-395D4D4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A9F7-3A4B-FD87-C0E7-6309184F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DB98-A48F-F5EE-CCA5-1DE7A1AD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7016-015F-3B6C-A134-3212E7F6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EFD-CC5D-DB08-961B-C3B9356A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C6C-EC53-1A3D-ABF6-B5B34FB17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CC6C-4EC4-0CED-0818-7EAEC8945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6209-BD80-EEF0-1DDC-5C63F1DD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4277-06EF-8234-188E-19A31C38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A4A4-6F1E-3530-0EF3-30D1912F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1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AC-976D-774F-026F-89DEEFBE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3695-CC07-353B-DB24-4D620826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E3ED-3C4D-5DB7-3580-0044FCB8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A589-B8EB-B021-2764-A6606477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EB89-042B-75BE-B3A3-8EF0E3348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0D317-6560-763B-0171-5DCDF38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185F-70EF-DEBC-EA5D-4A445E84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1051-F31E-D5D1-E18E-D686B92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5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887-0403-6A89-E11C-79FDC36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7A29C-DA86-EC2B-2852-2EAA3421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45625-7DFF-9CE8-3985-DFBBFC4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5EE1F-503A-BD55-1AFB-01B04AF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F3978-FE3A-4595-3568-DBE974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5577-633A-F73F-F2EF-7CC15E8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9FA2-3A34-82F4-5298-1C3972E3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3D7-DCC9-3DBA-6701-3FFDCF5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B413-97C6-02AF-ED0F-8E540975C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1D3-C073-996F-A44C-FF2D185B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4B48A-6110-CA23-CB80-3E94220A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B034-A781-2AE2-0F77-74C7AE9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FA56-B522-EF1F-0376-62598D02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9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E051-8572-1FE9-6391-B9EA65B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3479F-ED9F-952E-3E3E-E780B303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73381-BD8B-95D9-C784-123C42A6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E1BDA-A36A-B539-4A4D-1884749C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3645-DE86-EF56-EE24-EBF5D1A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61E6-E567-3384-166A-3A54092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D13C-747B-5CE2-C2D9-9C5AB480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AD1A-CEE9-D8D7-CD69-52E7162B0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284D-C200-2179-9F96-7F0CE1BF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A3B2-FA29-2320-C4FE-703F5D7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D84-8891-7E35-ABFF-C1F1EA4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F725E-4475-7435-3A50-D8944F08E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C3BB-411D-B43A-D535-F3D5BBF0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230D-63A7-03DB-D233-64B38F5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8B5-6EAA-E750-9B01-508187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79E0-EF84-8A6D-5F3F-5FE9CDB7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3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52E5C-2F4B-37A6-16C6-3B82ED9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5D9-963F-381A-9472-D3D568B2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178-FF8C-8CF3-1B0A-A7E7FEE4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C7B9-7CC0-4911-9AF6-AED46E45886F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2D80-5D6B-B4FF-EBA5-D3FE81A2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8575-0B25-2EE8-105C-FEB1BB797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688A0-1D07-4E84-BFD6-12C507F498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09" y="1376739"/>
            <a:ext cx="10972800" cy="5322011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rebuchet MS" panose="020B0603020202020204" pitchFamily="34" charset="0"/>
              </a:rPr>
              <a:t>Multi-Language Translator</a:t>
            </a:r>
            <a:endParaRPr lang="en-IN" sz="3600" dirty="0">
              <a:latin typeface="Trebuchet MS" panose="020B0603020202020204" pitchFamily="34" charset="0"/>
            </a:endParaRPr>
          </a:p>
          <a:p>
            <a:endParaRPr lang="en-IN" sz="3200" dirty="0"/>
          </a:p>
          <a:p>
            <a:pPr algn="l"/>
            <a:endParaRPr lang="en-IN" sz="2800" dirty="0"/>
          </a:p>
          <a:p>
            <a:endParaRPr lang="en-IN" dirty="0"/>
          </a:p>
          <a:p>
            <a:endParaRPr lang="en-IN" sz="1400" b="1" dirty="0">
              <a:latin typeface="Trebuchet MS" panose="020B0603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21519-5B45-B4EB-1438-13D4194F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7E1CBB-AF57-3F2D-3AD0-7A6F5C29C0A9}"/>
              </a:ext>
            </a:extLst>
          </p:cNvPr>
          <p:cNvSpPr/>
          <p:nvPr/>
        </p:nvSpPr>
        <p:spPr>
          <a:xfrm>
            <a:off x="1939453" y="2505903"/>
            <a:ext cx="7212459" cy="1078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b="1" dirty="0">
              <a:latin typeface="Trebuchet MS" panose="020B06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A2278-3693-E2D0-9D5D-F914C1D8A271}"/>
              </a:ext>
            </a:extLst>
          </p:cNvPr>
          <p:cNvSpPr/>
          <p:nvPr/>
        </p:nvSpPr>
        <p:spPr>
          <a:xfrm>
            <a:off x="7046258" y="2709271"/>
            <a:ext cx="3840480" cy="13821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400" dirty="0"/>
          </a:p>
          <a:p>
            <a:r>
              <a:rPr lang="en-IN" sz="2800" dirty="0"/>
              <a:t>AKTU Roll no: </a:t>
            </a:r>
          </a:p>
          <a:p>
            <a:r>
              <a:rPr lang="en-IN" sz="2800" dirty="0"/>
              <a:t>2302841530016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BAD09-DB03-3CBF-F4A9-1140E6DD5FBE}"/>
              </a:ext>
            </a:extLst>
          </p:cNvPr>
          <p:cNvSpPr/>
          <p:nvPr/>
        </p:nvSpPr>
        <p:spPr>
          <a:xfrm>
            <a:off x="2033737" y="2889607"/>
            <a:ext cx="3840480" cy="10787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200" dirty="0"/>
              <a:t> Name:</a:t>
            </a:r>
          </a:p>
          <a:p>
            <a:r>
              <a:rPr lang="en-IN" sz="3200" dirty="0"/>
              <a:t> Akash Shukla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6DB3C-409F-9191-B4CF-A9F309B16384}"/>
              </a:ext>
            </a:extLst>
          </p:cNvPr>
          <p:cNvSpPr txBox="1"/>
          <p:nvPr/>
        </p:nvSpPr>
        <p:spPr>
          <a:xfrm>
            <a:off x="3542390" y="4896981"/>
            <a:ext cx="4200221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 Supervision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Mr. </a:t>
            </a:r>
            <a:r>
              <a:rPr lang="en-IN" sz="2800">
                <a:solidFill>
                  <a:prstClr val="black"/>
                </a:solidFill>
                <a:latin typeface="Calibri" panose="020F0502020204030204"/>
              </a:rPr>
              <a:t>Aashish Kapoor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Outline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pPr>
              <a:buNone/>
            </a:pPr>
            <a:r>
              <a:rPr lang="en-US" sz="1800" dirty="0"/>
              <a:t>    </a:t>
            </a:r>
          </a:p>
          <a:p>
            <a:pPr>
              <a:buNone/>
            </a:pPr>
            <a:r>
              <a:rPr lang="en-US" sz="1800" dirty="0"/>
              <a:t>   This project introduces a browser accessible, AI powered translator supporting 20+ languages with automatic source detection and real-time translation. Built using open-source tools (deep translator, langdetect, Gradio), it eliminates API dependencies and prioritizes accessibility. </a:t>
            </a:r>
          </a:p>
          <a:p>
            <a:pPr>
              <a:buNone/>
            </a:pPr>
            <a:r>
              <a:rPr lang="en-US" sz="1800" dirty="0"/>
              <a:t>    Designed for scalability, it sets the stage for tone-aware, voice-enabled, and culturally sensitive translation systems.</a:t>
            </a:r>
          </a:p>
          <a:p>
            <a:pPr>
              <a:buNone/>
            </a:pPr>
            <a:r>
              <a:rPr lang="en-US" sz="1800" dirty="0"/>
              <a:t> 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20+ language support</a:t>
            </a:r>
          </a:p>
          <a:p>
            <a:pPr>
              <a:buNone/>
            </a:pPr>
            <a:r>
              <a:rPr lang="en-US" sz="1800" dirty="0"/>
              <a:t> 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Auto language detection</a:t>
            </a:r>
          </a:p>
          <a:p>
            <a:pPr>
              <a:buNone/>
            </a:pPr>
            <a:r>
              <a:rPr lang="en-US" sz="1800" dirty="0"/>
              <a:t> 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Gradio-based UI</a:t>
            </a:r>
          </a:p>
          <a:p>
            <a:pPr>
              <a:buNone/>
            </a:pPr>
            <a:r>
              <a:rPr lang="en-US" sz="1800" dirty="0"/>
              <a:t>  </a:t>
            </a:r>
            <a:r>
              <a:rPr lang="en-US" sz="1800" dirty="0">
                <a:sym typeface="Wingdings" panose="05000000000000000000" pitchFamily="2" charset="2"/>
              </a:rPr>
              <a:t> Google </a:t>
            </a:r>
            <a:r>
              <a:rPr lang="en-US" sz="1800" dirty="0"/>
              <a:t>Colab compatible deployment</a:t>
            </a: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52F6-A079-342A-72A9-9C63EE555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8C9FF8-75AE-FC60-0ACA-B8FAFC66720B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Introduction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A456588-EAF7-F166-DA41-437D69FD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rebuchet MS" panose="020B0603020202020204" pitchFamily="34" charset="0"/>
              </a:rPr>
              <a:t>Multi-Language Translator</a:t>
            </a:r>
            <a:endParaRPr lang="en-IN" sz="2400" b="1" dirty="0"/>
          </a:p>
          <a:p>
            <a:pPr>
              <a:buNone/>
            </a:pPr>
            <a:endParaRPr lang="en-IN" sz="1800" dirty="0">
              <a:latin typeface="Trebuchet MS" panose="020B0603020202020204" pitchFamily="34" charset="0"/>
            </a:endParaRPr>
          </a:p>
          <a:p>
            <a:pPr>
              <a:buNone/>
            </a:pPr>
            <a:r>
              <a:rPr lang="en-US" sz="1800" dirty="0">
                <a:latin typeface="Trebuchet MS" panose="020B0603020202020204" pitchFamily="34" charset="0"/>
              </a:rPr>
              <a:t>   This project presents a Multi-Language Translator built using Python, leveraging open-source libraries like deep-translator, langdetect, and Gradio.</a:t>
            </a:r>
          </a:p>
          <a:p>
            <a:pPr>
              <a:buNone/>
            </a:pPr>
            <a:r>
              <a:rPr lang="en-US" sz="1800" dirty="0">
                <a:latin typeface="Trebuchet MS" panose="020B0603020202020204" pitchFamily="34" charset="0"/>
              </a:rPr>
              <a:t>   It allows users to input text in any supported language, auto-detects the source language, and translates it into the desired target language all without requiring an API key.</a:t>
            </a:r>
          </a:p>
          <a:p>
            <a:pPr>
              <a:buNone/>
            </a:pPr>
            <a:r>
              <a:rPr lang="en-US" sz="1800" dirty="0">
                <a:latin typeface="Trebuchet MS" panose="020B0603020202020204" pitchFamily="34" charset="0"/>
              </a:rPr>
              <a:t>   The project aims to make language translation accessible, fast, and user-friendly, especially for educational and multilingual environments.</a:t>
            </a: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048C48-19D0-B154-6352-AF0418FCF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C6D13B-7E07-8C37-D1B0-F323D060342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F9C-84FC-7749-B01D-2F2D9E8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E3DE789-FF44-6F5F-7015-C7478428CB3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FBB1A5-D565-31E4-6453-198364F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Objectives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87C0CD0-8BC4-5A63-12AD-36464575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1800" dirty="0"/>
          </a:p>
          <a:p>
            <a:r>
              <a:rPr lang="en-IN" sz="1800" dirty="0"/>
              <a:t> The objective of this project is to Auto-detect the input language using langdetect.</a:t>
            </a:r>
          </a:p>
          <a:p>
            <a:r>
              <a:rPr lang="en-IN" sz="1800" dirty="0"/>
              <a:t> Translate text using Google Translate via deep-translator.</a:t>
            </a:r>
          </a:p>
          <a:p>
            <a:r>
              <a:rPr lang="en-IN" sz="1800" dirty="0"/>
              <a:t> Build an interactive and user-friendly interface using Gradio.</a:t>
            </a:r>
          </a:p>
          <a:p>
            <a:r>
              <a:rPr lang="en-IN" sz="1800" dirty="0"/>
              <a:t> Avoid reliance on paid APIs.</a:t>
            </a:r>
          </a:p>
          <a:p>
            <a:r>
              <a:rPr lang="en-IN" sz="1800" dirty="0"/>
              <a:t> Showcase real world application of Python and open source libraries.</a:t>
            </a: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98B168-69BD-F030-901E-FCA228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BE21F-E3F4-3502-03F3-248572305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95CCD-FAEE-5F21-1300-761968C5C11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7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0BE1-046C-EC35-2FF3-EC68EF73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975C45-8D41-83FB-5017-2E2E5425B97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3DCAA07-33CB-CEC1-B4A2-3824F5E6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Diagram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2B2F06E-C999-B41A-5837-2901E640A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797" y="1893888"/>
            <a:ext cx="3898405" cy="4491037"/>
          </a:xfrm>
        </p:spPr>
      </p:pic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9D187A9-F61C-C19F-59AB-E6A8CB8E5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945B66-7849-AFB2-4E98-3DCB9F3CB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03ADAB-CB0D-9413-C91F-8DDDE47E50B7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60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5934A-587E-F634-ACDA-39BE9D3D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DA77D1C-F121-206C-0361-3CDA700023A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25A6E71-D6D1-123D-A85C-AA38BA9E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ADVANTAGES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B803E0-C564-BCD8-722D-0F47E96A9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No API Key Required</a:t>
            </a:r>
          </a:p>
          <a:p>
            <a:r>
              <a:rPr lang="en-IN" dirty="0"/>
              <a:t>Auto Language Detection</a:t>
            </a:r>
          </a:p>
          <a:p>
            <a:r>
              <a:rPr lang="en-IN" dirty="0"/>
              <a:t>Supports 20+ Languages</a:t>
            </a:r>
          </a:p>
          <a:p>
            <a:r>
              <a:rPr lang="en-IN" dirty="0"/>
              <a:t>User-Friendly Interface</a:t>
            </a: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6646E5F1-C609-9123-F49F-7849A8AC5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4CF3E42-730F-DD85-8A7D-14A5CAB35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5A858A-D0FA-350C-C0AE-D8DAF7548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5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6265"/>
            <a:ext cx="10515600" cy="1097280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</a:t>
            </a:r>
            <a:r>
              <a:rPr lang="en-US" sz="4000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/>
            <a:r>
              <a:rPr lang="en-IN" dirty="0"/>
              <a:t>Limited Language Detection Accuracy</a:t>
            </a:r>
          </a:p>
          <a:p>
            <a:pPr marL="514350" indent="-514350"/>
            <a:r>
              <a:rPr lang="en-US" dirty="0"/>
              <a:t>No Support for Voice or File Input</a:t>
            </a:r>
          </a:p>
          <a:p>
            <a:pPr marL="514350" indent="-514350"/>
            <a:r>
              <a:rPr lang="en-IN" dirty="0"/>
              <a:t>No Offline Functionality</a:t>
            </a:r>
          </a:p>
          <a:p>
            <a:pPr marL="514350" indent="-514350"/>
            <a:r>
              <a:rPr lang="en-IN" dirty="0"/>
              <a:t>UI Limitations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646E5F1-C609-9123-F49F-7849A8AC5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353"/>
            <a:ext cx="2290579" cy="736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E421C3-0F4E-7318-D93A-4D2F8364B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974" y="168812"/>
            <a:ext cx="1368026" cy="88412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34116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BAFA-C592-6E55-F818-230D80E5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A917874-E942-8E27-5727-4CF761368A00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97BE05-8F59-7FA4-8DFC-C78CE04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Future Work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6252F9-7407-F97F-6D97-2D0D9E64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endParaRPr lang="en-IN" sz="3200" dirty="0"/>
          </a:p>
          <a:p>
            <a:r>
              <a:rPr lang="en-IN" sz="3200" dirty="0"/>
              <a:t>Add voice interaction support.</a:t>
            </a:r>
          </a:p>
          <a:p>
            <a:r>
              <a:rPr lang="en-IN" sz="3200" dirty="0"/>
              <a:t>Integrated with web/mobile apps.</a:t>
            </a:r>
          </a:p>
          <a:p>
            <a:r>
              <a:rPr lang="en-IN" sz="3200" dirty="0"/>
              <a:t>Use LLM models for better responses.</a:t>
            </a:r>
          </a:p>
          <a:p>
            <a:r>
              <a:rPr lang="en-IN" sz="3200" dirty="0"/>
              <a:t>Add more language support.</a:t>
            </a:r>
          </a:p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B1D0318-6550-EC88-F3AF-851BB401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21C906-46E9-BD68-7B7C-DF38DA05B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002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492"/>
          </a:xfrm>
        </p:spPr>
        <p:txBody>
          <a:bodyPr>
            <a:normAutofit/>
          </a:bodyPr>
          <a:lstStyle/>
          <a:p>
            <a:r>
              <a:rPr lang="en-US" dirty="0"/>
              <a:t> 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USER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6E5F1-C609-9123-F49F-7849A8AC5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E421C3-0F4E-7318-D93A-4D2F8364B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9E3725-01A6-80AF-2BCE-10EBE76C6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9" t="26403" r="601" b="14698"/>
          <a:stretch>
            <a:fillRect/>
          </a:stretch>
        </p:blipFill>
        <p:spPr>
          <a:xfrm>
            <a:off x="1396181" y="1504335"/>
            <a:ext cx="9714271" cy="4463846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USER INTRFACE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6E5F1-C609-9123-F49F-7849A8AC5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11" y="493569"/>
            <a:ext cx="2290579" cy="736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E421C3-0F4E-7318-D93A-4D2F8364B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E0CD440-769E-547E-DF2E-F98F623EE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6" t="26059" r="685" b="15418"/>
          <a:stretch>
            <a:fillRect/>
          </a:stretch>
        </p:blipFill>
        <p:spPr>
          <a:xfrm>
            <a:off x="1372529" y="1995056"/>
            <a:ext cx="9506753" cy="4644736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552E-E7F1-0981-C0CB-59626926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3D3C-D368-DD0C-7C9F-30175704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USER INTRFACE (3)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A298AA-E682-CAE2-E114-3BC05D041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11" y="493569"/>
            <a:ext cx="2290579" cy="736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CEB6B-0B76-2EEB-0A7E-56D0AB73C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E0E89DA-30B2-4EC7-2A0A-33712759C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5" t="25831" r="939" b="14515"/>
          <a:stretch>
            <a:fillRect/>
          </a:stretch>
        </p:blipFill>
        <p:spPr>
          <a:xfrm>
            <a:off x="1681316" y="1690689"/>
            <a:ext cx="9096275" cy="4592124"/>
          </a:xfrm>
        </p:spPr>
      </p:pic>
    </p:spTree>
    <p:extLst>
      <p:ext uri="{BB962C8B-B14F-4D97-AF65-F5344CB8AC3E}">
        <p14:creationId xmlns:p14="http://schemas.microsoft.com/office/powerpoint/2010/main" val="2283199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15D0-33A7-F83F-328D-5D5E931E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2B2B5E6-4C45-2948-ABFF-53A3989C25CC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4424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C894896-8B14-BD5D-5CC3-7466E816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Conclusion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D44ED72-9249-8190-D90B-3F52B81C2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547"/>
            <a:ext cx="10662082" cy="46810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/>
              <a:t>     </a:t>
            </a:r>
          </a:p>
          <a:p>
            <a:pPr>
              <a:buNone/>
            </a:pP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B6AA7AE2-0938-ED22-79D8-B3EE2C6DD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E421C3-0F4E-7318-D93A-4D2F8364B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353B70-5CA6-7940-BBBC-F7069B3ABEB6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5">
            <a:extLst>
              <a:ext uri="{FF2B5EF4-FFF2-40B4-BE49-F238E27FC236}">
                <a16:creationId xmlns:a16="http://schemas.microsoft.com/office/drawing/2014/main" id="{B7A54AAD-2E2A-0C6E-E735-8C5FABB9D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supports over 20 languages, auto-detects input language, and provides real-time translation—all without requiring an API key or paid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572A1BE-E148-D9CF-A34C-EE40C670B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703" y="1777322"/>
            <a:ext cx="1051559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Multi-Language Translator successfully demonstrates how open-source tools like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deeptranslator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langdetect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Gradio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be combined to build a smart, accessible, and user-friendly translation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supports over 20 languages, auto-detects input language, and provides real-time translation all  without requiring an API key or paid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highlights practical applications of Python in Natural Language Processing (NLP), UI design, and inclusive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there are limitations in offline access and contextual accuracy, the app lays a strong foundation for future enhancements like voice input, file translation, and domain-specific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this project reflects a hands-on approach to solving real-world communication barriers and showcases the power of open-source development</a:t>
            </a:r>
          </a:p>
        </p:txBody>
      </p:sp>
    </p:spTree>
    <p:extLst>
      <p:ext uri="{BB962C8B-B14F-4D97-AF65-F5344CB8AC3E}">
        <p14:creationId xmlns:p14="http://schemas.microsoft.com/office/powerpoint/2010/main" val="1080808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740A-1926-004E-5F53-EC1D463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D6604C-0111-798A-182A-4B4A8088B87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E60A89-A293-BACC-B000-32B562FF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F3E7E9-D890-6368-D23D-EC75E5D4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>
            <a:normAutofit/>
          </a:bodyPr>
          <a:lstStyle/>
          <a:p>
            <a:pPr lvl="0"/>
            <a:endParaRPr lang="en-US" sz="2400" dirty="0"/>
          </a:p>
          <a:p>
            <a:r>
              <a:rPr lang="en-US" sz="2400" dirty="0"/>
              <a:t> Official documentation of deep-translator, langdetect, and Gradio.</a:t>
            </a:r>
          </a:p>
          <a:p>
            <a:r>
              <a:rPr lang="en-US" sz="2400" dirty="0"/>
              <a:t>Python tutorials and NLP resources.</a:t>
            </a:r>
          </a:p>
          <a:p>
            <a:r>
              <a:rPr lang="en-US" sz="2400" dirty="0"/>
              <a:t>GitHub repositories and Stack Overflow threads consulted</a:t>
            </a:r>
          </a:p>
          <a:p>
            <a:endParaRPr lang="en-US" sz="2400" dirty="0"/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2CFBCD-7126-3AE3-561D-39FAD29A7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C357A8-5422-9E9E-6C0A-8206D4E0F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B6F4C-2D37-AAF2-8965-565DA634178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1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014E-123F-1AB5-F6F6-E9ABCDF9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3B3E59B-0ED1-D25C-0FE9-5C7EE4CC147C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04D4B25-BCB6-ED1A-38F3-737E34B86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FB4A1C-AD7E-8576-E122-7F1C5768B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99BF3C-AB30-4ACD-4DB0-A69F32E0EEE9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BC148-1E60-5482-F09C-71088EB54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718" y="236601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25667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525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Trebuchet MS</vt:lpstr>
      <vt:lpstr>Wingdings</vt:lpstr>
      <vt:lpstr>Office Theme</vt:lpstr>
      <vt:lpstr>    </vt:lpstr>
      <vt:lpstr>Outline</vt:lpstr>
      <vt:lpstr>Introduction</vt:lpstr>
      <vt:lpstr>Objectives</vt:lpstr>
      <vt:lpstr>Diagram</vt:lpstr>
      <vt:lpstr>ADVANTAGES</vt:lpstr>
      <vt:lpstr>                           LIMITATIONS</vt:lpstr>
      <vt:lpstr>Future Work</vt:lpstr>
      <vt:lpstr>                      USER INTERFACE</vt:lpstr>
      <vt:lpstr>                   USER INTRFACE (2)</vt:lpstr>
      <vt:lpstr>                   USER INTRFACE (3)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Suyash Shukla</dc:creator>
  <cp:lastModifiedBy>Akash Shukla</cp:lastModifiedBy>
  <cp:revision>42</cp:revision>
  <dcterms:created xsi:type="dcterms:W3CDTF">2024-08-24T09:30:54Z</dcterms:created>
  <dcterms:modified xsi:type="dcterms:W3CDTF">2025-11-03T16:08:24Z</dcterms:modified>
</cp:coreProperties>
</file>